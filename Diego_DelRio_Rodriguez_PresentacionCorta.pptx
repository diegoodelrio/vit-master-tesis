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EN DATA SCIENCE · UCM · 19 FEBRERO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Mecanismos de Atención en Modelos ViT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691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Identificación de Arquitectura Histórica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221284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Condiciones de Visibilidad Parcial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2880360"/>
            <a:ext cx="50292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0906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del Río Rodríguez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0040" y="3931920"/>
            <a:ext cx="2697480" cy="960120"/>
          </a:xfrm>
          <a:prstGeom prst="rect">
            <a:avLst/>
          </a:prstGeom>
          <a:solidFill>
            <a:srgbClr val="24346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97764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440740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128" y="3931920"/>
            <a:ext cx="2697480" cy="960120"/>
          </a:xfrm>
          <a:prstGeom prst="rect">
            <a:avLst/>
          </a:prstGeom>
          <a:solidFill>
            <a:srgbClr val="24346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397764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0128" y="440740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Oclusión 50%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91072" y="3931920"/>
            <a:ext cx="2697480" cy="960120"/>
          </a:xfrm>
          <a:prstGeom prst="rect">
            <a:avLst/>
          </a:prstGeom>
          <a:solidFill>
            <a:srgbClr val="24346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397764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91072" y="440740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EL ENFOQUE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3977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3977640" cy="41148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 PROBLEMA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527048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8132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monumentos históricos rara vez se ven de forma íntegra: vegetación, andamios y mobiliario urbano los ocultan parcialmente.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487168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4144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CNNs tradicionales dependen de rasgos locales centrales → un andamio sobre la cúpula = clasificación errónea.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447288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0156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un modelo que "infiera" la identidad desde fragmentos periféricos.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960120"/>
            <a:ext cx="3977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60120"/>
            <a:ext cx="397764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SOLUCIÓN: ViT-B/16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65192" y="1527048"/>
            <a:ext cx="201168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48132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global: cada parche "habla" con todos los demás — sin importar la distancia.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65192" y="2487168"/>
            <a:ext cx="201168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44144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parches de 16×16 px tratados como secuencia → relaciones de largo alcance.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5192" y="3447288"/>
            <a:ext cx="201168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340156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CLS: acumula evidencia distribuida y filtra los parches de ruido (oclusión).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DEL EXPERIMENTO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249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24912" cy="59436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9601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8249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Landmarks v2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3408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monumentos únicos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54096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99923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~100.000 imágenes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712464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65760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80/10/10 estratificada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063240" y="2715768"/>
            <a:ext cx="1828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408" y="960120"/>
            <a:ext cx="27249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960120"/>
            <a:ext cx="2724912" cy="59436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960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58768" y="9601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Oclusión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47288" y="1737360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68249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— condiciones ideales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47288" y="2395728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3408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— parches aleatorios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47288" y="3054096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99923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— bloque 112×112 px central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07608" y="2715768"/>
            <a:ext cx="1828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8776" y="960120"/>
            <a:ext cx="27249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08776" y="960120"/>
            <a:ext cx="2724912" cy="59436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960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03136" y="9601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 (XAI)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91656" y="1737360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6248" y="168249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en capa 11 del encoder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91656" y="2395728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23408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atención 14×14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91656" y="3054096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56248" y="299923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 bicúbica → 224×224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91656" y="3712464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365760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termográfica JET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CUANTITATIVOS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3268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8755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(0%)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04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superior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3268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98755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46120" y="17190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Oclusión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 (25%)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2304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2.1%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932688"/>
            <a:ext cx="2651760" cy="1828800"/>
          </a:xfrm>
          <a:prstGeom prst="rect">
            <a:avLst/>
          </a:prstGeom>
          <a:solidFill>
            <a:srgbClr val="1A2744"/>
          </a:solidFill>
          <a:ln w="254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98755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72200" y="17190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Oclusión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 (50%)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2304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7.3%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8503920" cy="2029968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907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" y="3310128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26440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verticalidad (minaretes, torres) → accuracy &gt;91% bajo oclusión severa: los rasgos clave están en los extremos.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" y="3675888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63016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Monumentos compactos/horizontales (Sydney Opera, Edinburgh Castle) → mayor degradación: dependen del centro.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" y="4041648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9592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187779 actúa como "atractor": recibe el 62% de los errores — jerarquía morfológica real, no azar.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" y="4407408"/>
            <a:ext cx="128016" cy="1280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36168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paralelo al Accuracy (0.93→0.84): degradación uniforme, sin sesgo sistemático por clase.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LECCIONES APRENDIDAS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77640" cy="3977640"/>
          </a:xfrm>
          <a:prstGeom prst="rect">
            <a:avLst/>
          </a:prstGeom>
          <a:solidFill>
            <a:srgbClr val="24346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" y="1417320"/>
            <a:ext cx="54864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mantiene 85.5% de accuracy con el 50% de la imagen oculta — resiliencia estructural superior a CNNs.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2176272"/>
            <a:ext cx="54864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redistribuye dinámicamente la atención hacia cornisas, remates y perfiles cuando el centro desaparece.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935224"/>
            <a:ext cx="54864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077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adivina: las confusiones son estructuradas (patrones morfológicos reales).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694176"/>
            <a:ext cx="54864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6674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Aplicabilidad directa: turismo inteligente, catalogación satelital y patrimonio en zonas de restauración.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868680"/>
            <a:ext cx="3977640" cy="3977640"/>
          </a:xfrm>
          <a:prstGeom prst="rect">
            <a:avLst/>
          </a:prstGeom>
          <a:solidFill>
            <a:srgbClr val="24346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96012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65192" y="1481328"/>
            <a:ext cx="201168" cy="201168"/>
          </a:xfrm>
          <a:prstGeom prst="ellipse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141732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morfología del monumento importa tanto como el modelo: verticalidad = robustez.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5192" y="2240280"/>
            <a:ext cx="201168" cy="201168"/>
          </a:xfrm>
          <a:prstGeom prst="ellipse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17627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no es opcional — los mapas de atención revelan qué aprende el modelo, validando las hipótesis.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65192" y="2999232"/>
            <a:ext cx="201168" cy="201168"/>
          </a:xfrm>
          <a:prstGeom prst="ellipse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93522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Oclusión sintética ≠ oclusión real: próximo paso, validar en campo con andamios y vegetación natural.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65192" y="3758184"/>
            <a:ext cx="201168" cy="201168"/>
          </a:xfrm>
          <a:prstGeom prst="ellipse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69417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futuro: Swin Transformer (atención jerárquica) + embeddings geoespaciales para &gt;90% bajo 50% de oclusión.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del Río Rodríguez  ·  Master en Data Science, UCM  ·  19 Febrero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Tesis ViT - 5 minutos</dc:title>
  <dc:subject>PptxGenJS Presentation</dc:subject>
  <dc:creator>PptxGenJS</dc:creator>
  <cp:lastModifiedBy>PptxGenJS</cp:lastModifiedBy>
  <cp:revision>1</cp:revision>
  <dcterms:created xsi:type="dcterms:W3CDTF">2026-02-18T17:28:52Z</dcterms:created>
  <dcterms:modified xsi:type="dcterms:W3CDTF">2026-02-18T17:28:52Z</dcterms:modified>
</cp:coreProperties>
</file>